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DF95DB-4EF0-9ACB-F957-4F6D6EAEC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53A751-6744-73AF-DFC7-D2B9089F4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AA7368-B2B2-9D1D-B97B-FD0990C0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ECB573-37E9-A1E3-5ACB-233F0D9F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A30AD7-6D71-C0DB-0C83-4D9215FB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671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63A3E6-53C6-78A3-5570-DC8BDC8A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D64F11-812E-B1EB-F8E7-681119017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1E5D12-BF63-220B-7A05-A0668FE8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D718D0-8DE3-E800-603B-B82381C5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EC234C-A8EB-38C4-03C2-20AB594F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113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2E971-227D-02CE-9CF2-8BE89B433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8C40A5-DE18-0CAA-AEE1-C4E75706B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4E091-5D27-910D-D206-A6F37B0A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EFAF29-3768-B003-F636-F04BE257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846443-9302-C541-299D-45E6DEC5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463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0FA6D-81AB-EFB4-BACF-E1B973CD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4DDC3-EEF2-32CD-055D-639179923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D562B9-82FC-17EC-3441-89D99BE7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66F7C1-7792-0AF7-F7FB-534FDC22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B27C1C-B5D8-1C6A-A60D-8D7A95BD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E5F2F1-FEF8-6044-48FE-AE96546D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25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F0563F-4B34-85A2-9D5A-3FA451B0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68DD8F-391A-F0FE-7513-2F635111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D7A784-2FFC-3EB9-96B8-B98D08060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50349C-AF71-6603-8BFE-A5BCAEF54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0912BF-C45D-B6D1-E4A6-21B54CDDE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7B63C6-37FC-FFFD-29AA-6D7A7723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53BCF43-8319-5268-16B4-A7232EAE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DDE446D-D2E8-E068-6378-0DE0743F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43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C5CE78-A423-1820-5E53-11AFE2BC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EB4C16-2582-EC58-5630-C4A9509A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4275AA-D317-8D71-B6F9-9BB2CAD3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4851D1-6BF6-1E7F-D666-D73BE45A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8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46C892D-3269-E948-E173-A6598DAA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63601D-D175-9563-E669-A8AC280D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981AD5-3A04-ED7A-FECD-FF765649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2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7D37F1-A685-E85C-7EC8-EFE28E5F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F79907-F4C6-FA37-F66D-DC434A7E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0EA55E-84CD-7F74-E208-B65EB7D71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68F72D-46F3-DBD7-C59B-019AE7DB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E6A1D0-1105-4E5E-483E-C6C566973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CC5AF2-3BD1-DEDE-91F9-8834F215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472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F027E-9550-3CD0-D3B6-6A7C9067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F18A873-A5F1-9DF0-CDA3-C2713BE17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213520-52F6-0A7F-25C6-A340D9A8F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446709-DF53-2244-7FE0-5C4217E28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5C0F3D-C204-0EB7-530B-C647F3A56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C6EF8A-1597-1975-E720-377CD217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22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B340DE-E28F-A01C-F7FF-66329963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4CDF4C-39F2-8014-7A84-C278A346F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253867-39F4-8AF7-A49F-AC268491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973E07-D9F1-34C9-0D4F-63CCEC8D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74AE9A-AB80-51BA-7CA5-C66A4C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12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3D8D57D-2481-C47D-74B0-01E86837B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B628E1-E751-79C8-A27A-1DFFE20A3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6B3009-8811-4881-B5A8-D6444548F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43A6D1-7E91-432F-356E-72B637E46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899A38-3CE9-0C2C-FDFB-931FD18E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82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108E97-71A8-E094-B3F6-3B8C0604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D14033-80AE-675B-BDD4-C24A2958B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97C808-FCE0-B2D2-F5E6-E60815440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B2E57-C786-43CB-840D-A099ABA4507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E51941-113F-4AA3-E1B0-32980A9AD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A119FD-650B-F521-1112-24369E43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501DE-EB80-4900-BCB3-121026F157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38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arbre, paysage, peinture, plein air&#10;&#10;Le contenu généré par l’IA peut être incorrect.">
            <a:extLst>
              <a:ext uri="{FF2B5EF4-FFF2-40B4-BE49-F238E27FC236}">
                <a16:creationId xmlns:a16="http://schemas.microsoft.com/office/drawing/2014/main" id="{E8770F6A-84BE-633D-4FAF-6A04699A6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31" y="0"/>
            <a:ext cx="4296688" cy="3321111"/>
          </a:xfrm>
          <a:prstGeom prst="rect">
            <a:avLst/>
          </a:prstGeom>
        </p:spPr>
      </p:pic>
      <p:pic>
        <p:nvPicPr>
          <p:cNvPr id="7" name="Image 6" descr="Une image contenant croquis, noir et blanc, branche, Brindille&#10;&#10;Le contenu généré par l’IA peut être incorrect.">
            <a:extLst>
              <a:ext uri="{FF2B5EF4-FFF2-40B4-BE49-F238E27FC236}">
                <a16:creationId xmlns:a16="http://schemas.microsoft.com/office/drawing/2014/main" id="{7DE59982-4531-F608-ABED-A8B5425DD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387" y="555476"/>
            <a:ext cx="4100832" cy="3046575"/>
          </a:xfrm>
          <a:prstGeom prst="rect">
            <a:avLst/>
          </a:prstGeom>
        </p:spPr>
      </p:pic>
      <p:pic>
        <p:nvPicPr>
          <p:cNvPr id="9" name="Image 8" descr="Une image contenant croquis, noir et blanc, branche, dessin&#10;&#10;Le contenu généré par l’IA peut être incorrect.">
            <a:extLst>
              <a:ext uri="{FF2B5EF4-FFF2-40B4-BE49-F238E27FC236}">
                <a16:creationId xmlns:a16="http://schemas.microsoft.com/office/drawing/2014/main" id="{BCC17A57-B946-9C49-7EBF-A9F157706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805" y="179463"/>
            <a:ext cx="3785482" cy="296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179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d62692</dc:creator>
  <cp:lastModifiedBy>d62692</cp:lastModifiedBy>
  <cp:revision>1</cp:revision>
  <dcterms:created xsi:type="dcterms:W3CDTF">2026-06-06T19:58:51Z</dcterms:created>
  <dcterms:modified xsi:type="dcterms:W3CDTF">2026-06-06T19:59:14Z</dcterms:modified>
</cp:coreProperties>
</file>